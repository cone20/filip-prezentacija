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-564" y="-90"/>
      </p:cViewPr>
      <p:guideLst>
        <p:guide orient="horz" pos="1786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294967295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Rectangle 4294967295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Click to edit the outline text format</a:t>
            </a: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2C3E50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C3E50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2C3E50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2C3E50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2C3E50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2C3E50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</a:pPr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&lt;footer&gt;</a:t>
            </a:r>
          </a:p>
        </p:txBody>
      </p:sp>
      <p:sp>
        <p:nvSpPr>
          <p:cNvPr id="6" name="Oval 5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fld id="{C815CF5E-4B68-452E-936B-87C7BF2C584C}" type="slidenum"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pPr algn="ctr">
                <a:buNone/>
              </a:pPr>
              <a:t>‹#›</a:t>
            </a:fld>
            <a:endParaRPr lang="en-US" sz="1800" b="1" strike="noStrike" spc="-1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Rectangle 44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000"/>
          </a:bodyPr>
          <a:lstStyle/>
          <a:p>
            <a:pPr marL="432000" indent="-324000">
              <a:spcAft>
                <a:spcPts val="65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spcAft>
                <a:spcPts val="850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spcAft>
                <a:spcPts val="63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spcAft>
                <a:spcPts val="42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dt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&lt;date/time&gt;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ftr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</a:pPr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&lt;footer&gt;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sldNum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fld id="{459EDF77-CCDC-41D5-A6EE-96FC247319A5}" type="slidenum"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pPr algn="ctr">
                <a:buNone/>
              </a:pPr>
              <a:t>‹#›</a:t>
            </a:fld>
            <a:endParaRPr lang="en-US" sz="1800" b="1" strike="noStrike" spc="-1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Rectangular Callout 87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2700" b="1" strike="noStrike" spc="-1">
                <a:solidFill>
                  <a:srgbClr val="2C3E50"/>
                </a:solidFill>
                <a:latin typeface="Source Sans Pro Black"/>
              </a:rPr>
              <a:t>Click to edit the title text format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8000"/>
          </a:bodyPr>
          <a:lstStyle/>
          <a:p>
            <a:pPr marL="432000" indent="-324000">
              <a:spcAft>
                <a:spcPts val="65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spcAft>
                <a:spcPts val="850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spcAft>
                <a:spcPts val="63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spcAft>
                <a:spcPts val="42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91" name="PlaceHolder 3"/>
          <p:cNvSpPr>
            <a:spLocks noGrp="1"/>
          </p:cNvSpPr>
          <p:nvPr>
            <p:ph type="dt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&lt;date/time&gt;</a:t>
            </a:r>
          </a:p>
        </p:txBody>
      </p:sp>
      <p:sp>
        <p:nvSpPr>
          <p:cNvPr id="92" name="PlaceHolder 4"/>
          <p:cNvSpPr>
            <a:spLocks noGrp="1"/>
          </p:cNvSpPr>
          <p:nvPr>
            <p:ph type="ftr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</a:pPr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&lt;footer&gt;</a:t>
            </a:r>
          </a:p>
        </p:txBody>
      </p:sp>
      <p:sp>
        <p:nvSpPr>
          <p:cNvPr id="93" name="PlaceHolder 5"/>
          <p:cNvSpPr>
            <a:spLocks noGrp="1"/>
          </p:cNvSpPr>
          <p:nvPr>
            <p:ph type="sldNum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fld id="{D546C77E-CFA1-4E98-929C-F080916F426A}" type="slidenum"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pPr algn="ctr">
                <a:buNone/>
              </a:pPr>
              <a:t>‹#›</a:t>
            </a:fld>
            <a:endParaRPr lang="en-US" sz="1800" b="1" strike="noStrike" spc="-1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r">
              <a:buNone/>
            </a:pPr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ОСНОВЕ ИНТЕРНЕТА</a:t>
            </a: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</a:rPr>
              <a:t>ФИЛИП РАДИВОЈЕВИЋ 125/2020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ШТА ЈЕ ИНТЕРНЕТ?</a:t>
            </a: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Интернет је највећа светска комуникациона мрежа рачунара. Интернет има милионе мањих домаћих, академских , пословних и владиних мрежа, које заједно преносе много различитих врста информација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Краћи облик интернета је 'нет'. World Wide Web је један од његових највећих сервиса. Интернет користе милијарде људи широм света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ШТА ЈЕ ИНТЕРНЕТ?</a:t>
            </a: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Данас људи могу да уплате приступ Интернету од провајдера интернет услуга  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Коришћење неких услуга на Интернету не кошта ништа 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Понекад људи који нуде ове бесплатне услуге користе оглашавање како би зарадили новац</a:t>
            </a:r>
          </a:p>
        </p:txBody>
      </p:sp>
      <p:pic>
        <p:nvPicPr>
          <p:cNvPr id="136" name="Picture 135"/>
          <p:cNvPicPr/>
          <p:nvPr/>
        </p:nvPicPr>
        <p:blipFill>
          <a:blip r:embed="rId2" cstate="print"/>
          <a:stretch/>
        </p:blipFill>
        <p:spPr>
          <a:xfrm>
            <a:off x="4800600" y="1371600"/>
            <a:ext cx="4922280" cy="388620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УСЛУГЕ ИНТЕРНЕТА</a:t>
            </a: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55836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6000"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Интернет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се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користи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за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многе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ствари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,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као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што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су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електронска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пошта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,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онлајн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ћаскање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,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пренос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датотека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и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други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докумената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светске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мреже</a:t>
            </a:r>
            <a:endParaRPr lang="en-US" sz="2400" b="1" strike="noStrike" spc="-1" dirty="0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139" name="Picture 138"/>
          <p:cNvPicPr/>
          <p:nvPr/>
        </p:nvPicPr>
        <p:blipFill>
          <a:blip r:embed="rId2"/>
          <a:stretch/>
        </p:blipFill>
        <p:spPr>
          <a:xfrm>
            <a:off x="5943600" y="1600200"/>
            <a:ext cx="3657600" cy="3429000"/>
          </a:xfrm>
          <a:prstGeom prst="rect">
            <a:avLst/>
          </a:prstGeom>
          <a:ln w="10800">
            <a:noFill/>
          </a:ln>
        </p:spPr>
      </p:pic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87312" y="3444875"/>
            <a:ext cx="55836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Најчешћи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сервис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на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Интернету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је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World Wide Web (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који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се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такође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назива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„Web“ </a:t>
            </a:r>
            <a:r>
              <a:rPr lang="en-US" sz="2400" b="1" strike="noStrike" spc="-1" dirty="0" err="1">
                <a:solidFill>
                  <a:srgbClr val="2C3E50"/>
                </a:solidFill>
                <a:latin typeface="Source Sans Pro Semibold"/>
              </a:rPr>
              <a:t>или</a:t>
            </a:r>
            <a:r>
              <a:rPr lang="en-US" sz="2400" b="1" strike="noStrike" spc="-1" dirty="0">
                <a:solidFill>
                  <a:srgbClr val="2C3E50"/>
                </a:solidFill>
                <a:latin typeface="Source Sans Pro Semibold"/>
              </a:rPr>
              <a:t> „www“)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УСЛУГЕ ИНТЕРНЕТА</a:t>
            </a: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Веб садржи веб странице , укључујући блогове и викије попут Википедије 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Веб странице на Интернету може да види и чита било ко (осим ако страници није потребна лозинка или је блокирана)</a:t>
            </a:r>
          </a:p>
        </p:txBody>
      </p:sp>
      <p:pic>
        <p:nvPicPr>
          <p:cNvPr id="143" name="Picture 142"/>
          <p:cNvPicPr/>
          <p:nvPr/>
        </p:nvPicPr>
        <p:blipFill>
          <a:blip r:embed="rId2"/>
          <a:stretch/>
        </p:blipFill>
        <p:spPr>
          <a:xfrm>
            <a:off x="5029200" y="1371600"/>
            <a:ext cx="4800600" cy="2057400"/>
          </a:xfrm>
          <a:prstGeom prst="rect">
            <a:avLst/>
          </a:prstGeom>
          <a:ln w="10800">
            <a:noFill/>
          </a:ln>
        </p:spPr>
      </p:pic>
      <p:pic>
        <p:nvPicPr>
          <p:cNvPr id="144" name="Picture 143"/>
          <p:cNvPicPr/>
          <p:nvPr/>
        </p:nvPicPr>
        <p:blipFill>
          <a:blip r:embed="rId3"/>
          <a:stretch/>
        </p:blipFill>
        <p:spPr>
          <a:xfrm>
            <a:off x="5155560" y="3200400"/>
            <a:ext cx="4567320" cy="182880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УСЛУГЕ ИНТЕРНЕТА</a:t>
            </a: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Друга највећа употреба Интернета је слање и примање е-поште 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Е-пошта је приватна и иде од једног корисника до другог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Размена тренутних порука је слична е-пошти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Е-пошта омогућава две или више особе да ћаскају једни са другима брже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ОПАСНОСТИ</a:t>
            </a: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8500" lnSpcReduction="20000"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Интернет олакшава комуникацију, а комуникација такође може бити опасна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 Људи често шаљу тајне информације, а понекад и други људи могу да украду те информације. 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Нападачи могу да користе интернет за ширење лажи или украдених тајни или опасно лоших савета. На пример, Facebook је имао неких проблема са поставкама приватности</a:t>
            </a:r>
          </a:p>
        </p:txBody>
      </p:sp>
      <p:pic>
        <p:nvPicPr>
          <p:cNvPr id="149" name="Picture 148"/>
          <p:cNvPicPr/>
          <p:nvPr/>
        </p:nvPicPr>
        <p:blipFill>
          <a:blip r:embed="rId2"/>
          <a:stretch/>
        </p:blipFill>
        <p:spPr>
          <a:xfrm>
            <a:off x="5029200" y="1371600"/>
            <a:ext cx="4800600" cy="365760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ОПАСНОСТИ</a:t>
            </a: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0000"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Неки веб-сајтови могу да преваре људе да преузму вирусе који могу да нашкоде рачунару или шпијунски софтвер који шпијунира своје кориснике (гледа шта они раде и каже неком другом)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Е-поруке могу да садрже штетне датотеке са собом као "прилоге"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У интернет чет собама , људи могу покушавати да уходе или злостављају кориснике 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Интернет садржи садржај који многи људи сматрају увредљивим , као и садржај који је намењен да буде увредљив</a:t>
            </a: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2C3E50"/>
                </a:solidFill>
                <a:latin typeface="Source Sans Pro Semibold"/>
              </a:rPr>
              <a:t>Криминалци могу украсти личне податке људи или преварити људе да им пошаљу новац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2700000" y="1440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3600" b="1" strike="noStrike" spc="-1">
                <a:solidFill>
                  <a:srgbClr val="2C3E50"/>
                </a:solidFill>
                <a:latin typeface="Source Sans Pro Black"/>
              </a:rPr>
              <a:t>ХВАЛА НА ПАЖЊИ!!!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362</Words>
  <Application>LibreOffice/7.2.7.2$Windows_X86_64 LibreOffice_project/8d71d29d553c0f7dcbfa38fbfda25ee34cce99a2</Application>
  <PresentationFormat>Custom</PresentationFormat>
  <Paragraphs>31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Office Theme</vt:lpstr>
      <vt:lpstr>Office Theme</vt:lpstr>
      <vt:lpstr>Office Theme</vt:lpstr>
      <vt:lpstr>ОСНОВЕ ИНТЕРНЕТА</vt:lpstr>
      <vt:lpstr>ШТА ЈЕ ИНТЕРНЕТ?</vt:lpstr>
      <vt:lpstr>ШТА ЈЕ ИНТЕРНЕТ?</vt:lpstr>
      <vt:lpstr>УСЛУГЕ ИНТЕРНЕТА</vt:lpstr>
      <vt:lpstr>УСЛУГЕ ИНТЕРНЕТА</vt:lpstr>
      <vt:lpstr>УСЛУГЕ ИНТЕРНЕТА</vt:lpstr>
      <vt:lpstr>ОПАСНОСТИ</vt:lpstr>
      <vt:lpstr>ОПАСНОСТИ</vt:lpstr>
      <vt:lpstr>ХВАЛА НА ПАЖЊИ!!!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Midnightblue</dc:title>
  <dc:creator>Zackle 99</dc:creator>
  <cp:lastModifiedBy>Zackle 99</cp:lastModifiedBy>
  <cp:revision>4</cp:revision>
  <dcterms:created xsi:type="dcterms:W3CDTF">2022-05-19T00:00:25Z</dcterms:created>
  <dcterms:modified xsi:type="dcterms:W3CDTF">2022-05-18T23:02:14Z</dcterms:modified>
  <dc:language>en-US</dc:language>
</cp:coreProperties>
</file>